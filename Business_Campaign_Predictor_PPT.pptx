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96" r:id="rId1"/>
  </p:sldMasterIdLst>
  <p:sldIdLst>
    <p:sldId id="256" r:id="rId2"/>
    <p:sldId id="257" r:id="rId3"/>
    <p:sldId id="258" r:id="rId4"/>
    <p:sldId id="259" r:id="rId5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63" d="100"/>
          <a:sy n="63" d="100"/>
        </p:scale>
        <p:origin x="1380" y="5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870933-229C-41EF-14AC-31B1DB0E5E5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7CE8003-3B75-A42D-E1DB-26EC33A33D2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982D53D-8E38-0DA8-E924-B7C35E5710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921F53A-B963-9A2C-268C-97F009C877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D17A41-1B35-8867-A703-ADE5258A56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166394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399FC9-0639-DC65-F050-18818E0C52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AF6CAF0-A880-14C4-45AC-AC53915A30F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E9BF47-2AA4-BE12-1890-6840882D82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8A53D42-F00F-5C2C-4A14-B0FAE20476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E1A44E8-F927-121D-B0DB-F21C090774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23126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FD6150-A405-CB84-8D74-45E4E65B61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F35AE96-AE5B-F833-770F-984870891FD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CA9DC14-91CB-AC65-2DEE-E38C462C3D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A5A62A3-AE6A-5008-BB00-3F82A19A29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1455F16-D8C9-5140-8231-50BE1985E4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504587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441F24-00DC-708F-0266-6DB99A574E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A9D37D4-9B13-AC92-6C2B-2314186C217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86F4FCD-F7E5-9AA9-435F-0D7EFF70F86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0EF5175-63AC-7B2E-3704-46D124FD6E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FD1705E-AF79-950E-500C-25111DD942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F3E9E3B-DB32-7FEB-C066-25BEBD6CB5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491342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29EE0C-F2D6-B70E-A78B-AD46FBED7A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ADD4484-D44A-E1EF-C76C-25655CB6E31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E5FF1EB-2433-758B-9CE6-A3647C40FF6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8672809-A43C-7CB6-9F7A-7D18032F7AE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1CC6D9A-60C4-149E-F41E-A05EE29072E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71DFB79-5DC5-FF78-54E4-9C5C556CB2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1D589BF-CE3F-D626-EE0F-D31A3405E8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A109B05-D84A-B183-CA6D-B6F2020BA2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574390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943027-7707-39C7-9628-57CE0F83E3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46B9D0C-F993-4F83-5240-133CA6CBD2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AE75547-7DD1-DFCE-BFEA-4A7AA6BDDE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684AD59-0C4A-57F8-13E9-2094F3DBB7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531713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059556C-A051-E800-D699-382CAD4967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BDDD446-7370-646F-3C47-948E022A0C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E132F17-924E-61A5-B295-92BB9D54EC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953050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B74FF7-9C5E-C666-20A2-145419ACF1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85AFB3A-18AF-72AA-6226-5F03250393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754D678-F3DC-045A-DFBE-2D621416130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7A7D6F1-776A-2D2A-C0EB-3D5B98C288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8A0FFE8-BCD7-5638-1BC2-D4FDBBE2E2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9AD23A6-3CBC-CB03-585A-CBB43F95E5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79391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58B0C2-5112-4A15-1278-C76C0F80F6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6E4FAC1-AE33-9847-D0CA-F50FF994672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C924C18-D35A-C2AF-084A-D9824E462C5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3920948-A058-CE3A-2D6A-B92E57382C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8650241-66B7-1883-214A-4FD3264C28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8D2C662-EA87-225E-D676-BADDF8D949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945003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DDDDC7-4DCD-F286-E462-62E59DA0C7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DF7E286-121B-2C9C-FEB6-59DD20DE7B2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0FB5207-2D2B-E82A-C632-B87FD0A143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DBE51C2-5002-C68D-A2B3-78AFE213A0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98B042A-B750-5C01-98D1-5169C952FA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668391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852A93C-1898-C18B-6C05-BD7F9B4C609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4615D97-E7AF-CC8F-959C-4EF7D3A0DEB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05B7FE1-D015-7BCE-C30B-EBBFA8604F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6B5D4C4-8C1A-4A69-B6BE-B39C445B09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94D0B48-498D-24AE-5127-2AC8ECEE44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021161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2FF948F-5290-63EF-41A9-F6B8CB6772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3609D8F-DF26-5967-AFF5-F2FCE31D5FB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488C946-30D9-C92A-D843-9C4760EC2B8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11/1/2025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3AAB1BA-5413-3317-7D9C-747A5C904F9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041D7EA-FF1A-F227-4F1C-DE70EFBCC3D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108115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4800" y="160337"/>
            <a:ext cx="8463280" cy="1143000"/>
          </a:xfrm>
        </p:spPr>
        <p:txBody>
          <a:bodyPr>
            <a:normAutofit/>
          </a:bodyPr>
          <a:lstStyle/>
          <a:p>
            <a:r>
              <a:rPr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Business Campaign Profit Predictor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>
                <a:latin typeface="Bahnschrift SemiBold Condensed" panose="020B0502040204020203" pitchFamily="34" charset="0"/>
              </a:rPr>
              <a:t>🎯 Objective: Predict if a business campaign will be profitable or not.</a:t>
            </a:r>
          </a:p>
          <a:p>
            <a:r>
              <a:rPr dirty="0">
                <a:latin typeface="Bahnschrift SemiBold Condensed" panose="020B0502040204020203" pitchFamily="34" charset="0"/>
              </a:rPr>
              <a:t>🧠 Approach: Supervised Machine Learning</a:t>
            </a:r>
          </a:p>
          <a:p>
            <a:r>
              <a:rPr dirty="0">
                <a:latin typeface="Bahnschrift SemiBold Condensed" panose="020B0502040204020203" pitchFamily="34" charset="0"/>
              </a:rPr>
              <a:t>📊 Dataset: business_campaign.csv (10,000 rows)</a:t>
            </a:r>
          </a:p>
          <a:p>
            <a:r>
              <a:rPr dirty="0">
                <a:latin typeface="Bahnschrift SemiBold Condensed" panose="020B0502040204020203" pitchFamily="34" charset="0"/>
              </a:rPr>
              <a:t>⚙️ Tools &amp; Libraries: Python, </a:t>
            </a:r>
            <a:r>
              <a:rPr dirty="0" err="1">
                <a:latin typeface="Bahnschrift SemiBold Condensed" panose="020B0502040204020203" pitchFamily="34" charset="0"/>
              </a:rPr>
              <a:t>Streamlit</a:t>
            </a:r>
            <a:r>
              <a:rPr dirty="0">
                <a:latin typeface="Bahnschrift SemiBold Condensed" panose="020B0502040204020203" pitchFamily="34" charset="0"/>
              </a:rPr>
              <a:t>, Pandas, Scikit-learn, Matplotlib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 &amp; Preprocessing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Label Encoding for categorical data</a:t>
            </a:r>
          </a:p>
          <a:p>
            <a:r>
              <a:t>• Feature Scaling using StandardScaler</a:t>
            </a:r>
          </a:p>
          <a:p>
            <a:r>
              <a:t>• Train-test split: 70% training, 30% testing</a:t>
            </a:r>
          </a:p>
          <a:p>
            <a:r>
              <a:t>• Target variable: Profitable (Yes/No)</a:t>
            </a:r>
          </a:p>
          <a:p>
            <a:r>
              <a:t>• Features: Budget, Platform, Reach, Clicks, Conversion Rate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Model Building &amp; Evaluation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t>• Models Used:</a:t>
            </a:r>
          </a:p>
          <a:p>
            <a:r>
              <a:t>   1. Logistic Regression</a:t>
            </a:r>
          </a:p>
          <a:p>
            <a:r>
              <a:t>   2. Support Vector Machine (SVM)</a:t>
            </a:r>
          </a:p>
          <a:p>
            <a:r>
              <a:t>   3. Random Forest Classifier</a:t>
            </a:r>
          </a:p>
          <a:p>
            <a:endParaRPr/>
          </a:p>
          <a:p>
            <a:r>
              <a:t>• Metric: Accuracy</a:t>
            </a:r>
          </a:p>
          <a:p>
            <a:r>
              <a:t>• Auto-selects best-performing model</a:t>
            </a:r>
          </a:p>
          <a:p>
            <a:r>
              <a:t>• Random Forest achieved highest accuracy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Results &amp; Streamlit App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t>✅ Accuracy: 70–90% (depends on data)</a:t>
            </a:r>
          </a:p>
          <a:p>
            <a:r>
              <a:t>✅ Best Model: Random Forest</a:t>
            </a:r>
          </a:p>
          <a:p>
            <a:r>
              <a:t>✅ Streamlit App Features:</a:t>
            </a:r>
          </a:p>
          <a:p>
            <a:r>
              <a:t>   - User inputs campaign details</a:t>
            </a:r>
          </a:p>
          <a:p>
            <a:r>
              <a:t>   - Predicts 'Profitable' or 'Not Profitable'</a:t>
            </a:r>
          </a:p>
          <a:p>
            <a:endParaRPr/>
          </a:p>
          <a:p>
            <a:r>
              <a:t>🚀 Future Scope:</a:t>
            </a:r>
          </a:p>
          <a:p>
            <a:r>
              <a:t>   • Add ROI prediction</a:t>
            </a:r>
          </a:p>
          <a:p>
            <a:r>
              <a:t>   • Hyperparameter tuning</a:t>
            </a:r>
          </a:p>
          <a:p>
            <a:r>
              <a:t>   • Larger dataset for better generalization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</TotalTime>
  <Words>200</Words>
  <Application>Microsoft Office PowerPoint</Application>
  <PresentationFormat>On-screen Show (4:3)</PresentationFormat>
  <Paragraphs>31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10" baseType="lpstr">
      <vt:lpstr>Arial</vt:lpstr>
      <vt:lpstr>Bahnschrift SemiBold Condensed</vt:lpstr>
      <vt:lpstr>Calibri</vt:lpstr>
      <vt:lpstr>Calibri Light</vt:lpstr>
      <vt:lpstr>Times New Roman</vt:lpstr>
      <vt:lpstr>Office Theme</vt:lpstr>
      <vt:lpstr>Business Campaign Profit Predictor</vt:lpstr>
      <vt:lpstr>Data &amp; Preprocessing</vt:lpstr>
      <vt:lpstr>Model Building &amp; Evaluation</vt:lpstr>
      <vt:lpstr>Results &amp; Streamlit App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Sys</dc:creator>
  <cp:keywords/>
  <dc:description>generated using python-pptx</dc:description>
  <cp:lastModifiedBy>Sys</cp:lastModifiedBy>
  <cp:revision>2</cp:revision>
  <dcterms:created xsi:type="dcterms:W3CDTF">2013-01-27T09:14:16Z</dcterms:created>
  <dcterms:modified xsi:type="dcterms:W3CDTF">2025-11-01T14:54:14Z</dcterms:modified>
  <cp:category/>
</cp:coreProperties>
</file>